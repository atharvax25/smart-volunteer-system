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2.xml" /><ns0:Relationship Id="rId2" Type="http://schemas.openxmlformats.org/officeDocument/2006/relationships/notesSlide" Target="../notesSlides/notesSlide6.xml" /><ns0:Relationship Id="rId3" Type="http://schemas.openxmlformats.org/officeDocument/2006/relationships/image" Target="../media/image4.png" /><ns0:Relationship Id="rId4" Type="http://schemas.openxmlformats.org/officeDocument/2006/relationships/image" Target="../media/process_flow.png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2.xml" /><ns0:Relationship Id="rId2" Type="http://schemas.openxmlformats.org/officeDocument/2006/relationships/notesSlide" Target="../notesSlides/notesSlide7.xml" /><ns0:Relationship Id="rId3" Type="http://schemas.openxmlformats.org/officeDocument/2006/relationships/image" Target="../media/image4.png" /><ns0:Relationship Id="rId4" Type="http://schemas.openxmlformats.org/officeDocument/2006/relationships/image" Target="../media/wireframe.png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2.xml" /><ns0:Relationship Id="rId2" Type="http://schemas.openxmlformats.org/officeDocument/2006/relationships/notesSlide" Target="../notesSlides/notesSlide8.xml" /><ns0:Relationship Id="rId3" Type="http://schemas.openxmlformats.org/officeDocument/2006/relationships/image" Target="../media/image4.png" /><ns0:Relationship Id="rId4" Type="http://schemas.openxmlformats.org/officeDocument/2006/relationships/image" Target="../media/architecture.png" /></ns0: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2.xml" /><ns0:Relationship Id="rId2" Type="http://schemas.openxmlformats.org/officeDocument/2006/relationships/notesSlide" Target="../notesSlides/notesSlide11.xml" /><ns0:Relationship Id="rId3" Type="http://schemas.openxmlformats.org/officeDocument/2006/relationships/image" Target="../media/image4.png" /><ns0:Relationship Id="rId4" Type="http://schemas.openxmlformats.org/officeDocument/2006/relationships/image" Target="../media/snapshots.png" /></ns0: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Team Details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/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Team name: Samadhan Setu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Team leader name: Atharva Holsambre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Problem Statement: NGOs and volunteers often struggle to coordinate urgent community needs quickly, clearly, and fairly across locations.</a:t>
            </a: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Brief about your solution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/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Samadhan Setu is a smart volunteer coordination platform that helps NGOs capture community issues, identify urgency, and route tasks to the right volunteers.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The system combines task intake, live dashboards, map-based visibility, smart volunteer matching, prediction analytics, and a Gemini-powered assistant in one workflow.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It is designed for disaster relief, food support, medical outreach, education drives, and neighborhood development programs where fast action matters.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Opportunities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How different is it from any of the other existing ideas?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Samadhan Setu combines task creation, skill-based volunteer matching, heatmaps, predictive analytics, offline-safe reporting, and NGO verification in one product instead of splitting them across separate tools.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How will it be able to solve the problem?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It reduces response delay by structuring requests, tagging urgency automatically, surfacing the best-fit volunteers, and keeping every assignment visible until completion.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USP of the proposed solution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Gemini-powered guidance, smart matching using skills plus availability plus performance, geolocation-enabled task routing, and a complete volunteer-to-admin task lifecycle.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List of features offered by the solution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/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Volunteer and NGO authentication with role-based access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Voice-enabled task reporting for NGO users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Map pinning and Google Maps link generation for exact task location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AI-derived urgency, category, and escalation signals during task creation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Skill-based volunteer matching with availability and rating signals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Volunteer dashboard with open, assigned, and completed task stages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NGO admin dashboard with predictions, heatmap, leaderboard, and notifications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Offline task queue and cached task views for unstable connectivity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Gemini chatbot for platform guidance and volunteer support suggestions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enerated Image 6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02920" y="1417320"/>
            <a:ext cx="8138160" cy="333756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Flow Caption"/>
          <p:cNvSpPr txBox="1"/>
          <p:nvPr/>
        </p:nvSpPr>
        <p:spPr>
          <a:xfrm>
            <a:off x="685800" y="48006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="t" lIns="91425" tIns="91425" rIns="91425" bIns="91425" wrap="square"/>
          <a:lstStyle/>
          <a:p>
            <a:pPr algn="l" marL="0" indent="0">
              <a:buNone/>
            </a:pPr>
            <a:r>
              <a:rPr lang="en-US" sz="1600" b="0">
                <a:solidFill>
                  <a:srgbClr val="4A6078"/>
                </a:solidFill>
                <a:latin typeface="Google Sans"/>
              </a:rPr>
              <a:t>Shows the NGO-to-volunteer task lifecycle supported by Samadhan Setu.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enerated Image 7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02920" y="1417320"/>
            <a:ext cx="8138160" cy="3337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enerated Image 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02920" y="1417320"/>
            <a:ext cx="8138160" cy="3337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Technologies to be used in the solution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/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Frontend: React 19, React Router, Framer Motion, React Leaflet, Chart.js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Backend: Node.js, Express, Multer, Nodemailer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Database: MongoDB / MongoDB Atlas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AI / Cloud service: Google Gemini via @google/generative-ai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Utilities: Browser SpeechRecognition, localStorage caching, JWT-based auth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Deployment plan: React client + Node/Express API + MongoDB Atlas cloud database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Estimated implementation cost (optional)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/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Development cost: Student prototype, built in-house by the team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Hosting: Vercel / Netlify for frontend and Render / Railway for backend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Database: MongoDB Atlas free or starter tier depending on traffic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AI usage: Gemini API usage cost depends on prompt volume and chosen model tier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Email alerts: Low-cost SMTP / Gmail app password based notifications for prototype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Estimated prototype operating cost: low to moderate for early-stage pilot deployment</a:t>
            </a: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enerated Image 1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02920" y="1417320"/>
            <a:ext cx="8138160" cy="3337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Additional Details/Future Development (if any)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/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Add multilingual support for local communities and field volunteers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Integrate disaster-specific playbooks and suggested response checklists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Use stronger predictive models for resource forecasting by region and category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Add public beneficiary request forms and NGO-to-NGO collaboration workflows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Launch full cloud deployment with real-time notifications and mobile-friendly PWA packaging</a:t>
            </a: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Provide links to your: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/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1. GitHub Public Repository: https://github.com/Atharvax25/smart-volunteer-system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2. Demo Video Link (3 Minutes): To be added by team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3. MVP Link: To be added after public deployment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  <a:r>
              <a:t>4. Working Prototype Link: Local prototype available from the project repository</a:t>
            </a: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